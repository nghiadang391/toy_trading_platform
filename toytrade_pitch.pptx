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22C55E"/>
                </a:solidFill>
              </a:defRPr>
            </a:pPr>
            <a:r>
              <a:t>ToyTrade</a:t>
            </a:r>
          </a:p>
          <a:p>
            <a:pPr>
              <a:spcBef>
                <a:spcPts val="1200"/>
              </a:spcBef>
              <a:defRPr sz="2400" b="1">
                <a:solidFill>
                  <a:srgbClr val="FFFFFF"/>
                </a:solidFill>
              </a:defRPr>
            </a:pPr>
            <a:r>
              <a:t>Trustless, Provenance-Tracked Used Toy Exchange on Nervos CKB</a:t>
            </a:r>
          </a:p>
          <a:p>
            <a:pPr>
              <a:spcBef>
                <a:spcPts val="800"/>
              </a:spcBef>
              <a:defRPr sz="1600">
                <a:solidFill>
                  <a:srgbClr val="0EA5E9"/>
                </a:solidFill>
              </a:defRPr>
            </a:pPr>
            <a:r>
              <a:t>A zero-friction, blockchain-powered alternative to buying new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389120"/>
            <a:ext cx="237744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JoyID Passkeys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4389120"/>
            <a:ext cx="237744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Spore DOB Passports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4389120"/>
            <a:ext cx="237744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Safety Recall Check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4389120"/>
            <a:ext cx="2377440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QR Meetup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Nervos CKB Presentation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Why Parents Need ToyTrade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4937760" cy="4572000"/>
          </a:xfrm>
          <a:prstGeom prst="roundRect">
            <a:avLst/>
          </a:prstGeom>
          <a:solidFill>
            <a:srgbClr val="1C1018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7171"/>
                </a:solidFill>
              </a:defRPr>
            </a:pPr>
            <a:r>
              <a:t>The Parent Challenge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High Expense: Rapid outgrowing of toys creates constant recurring costs.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Lack of Trust: Local in-person meetups lack escrow security and trade guarantees.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Safety Risks: Recalled toys circulate unchecked on general secondhand sites.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4937760" cy="4572000"/>
          </a:xfrm>
          <a:prstGeom prst="roundRect">
            <a:avLst/>
          </a:prstGeom>
          <a:solidFill>
            <a:srgbClr val="0D282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22C55E"/>
                </a:solidFill>
              </a:defRPr>
            </a:pPr>
            <a:r>
              <a:t>The CKB Solution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2-of-2 CKB Smart Contract: Trustless escrow releases payment only upon verified delivery.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Automated Safety Recall Check: Live screening against CPSC and EU databases during listing.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Spore DOB Passports &amp; Passkeys: On-chain provenance with zero-friction JoyID biometric login.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Three-Price Market Integrity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32004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1. Seller Price</a:t>
            </a:r>
          </a:p>
          <a:p>
            <a:pPr>
              <a:spcBef>
                <a:spcPts val="800"/>
              </a:spcBef>
              <a:defRPr sz="1300" b="1">
                <a:solidFill>
                  <a:srgbClr val="0EA5E9"/>
                </a:solidFill>
              </a:defRPr>
            </a:pPr>
            <a:r>
              <a:t>Local Fiat Choice (GBP / VND)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Set directly by parents in their local fiat currency. Keeps pricing natural, intuitive, and simple for non-crypto users.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463040"/>
            <a:ext cx="32004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2. Market Reference</a:t>
            </a:r>
          </a:p>
          <a:p>
            <a:pPr>
              <a:spcBef>
                <a:spcPts val="800"/>
              </a:spcBef>
              <a:defRPr sz="1300" b="1">
                <a:solidFill>
                  <a:srgbClr val="0EA5E9"/>
                </a:solidFill>
              </a:defRPr>
            </a:pPr>
            <a:r>
              <a:t>Automated Google Lens Match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Extracted automatically via Google Lens visual search to protect buyers against overpriced secondhand listings.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200400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22C55E"/>
                </a:solidFill>
              </a:defRPr>
            </a:pPr>
            <a:r>
              <a:t>3. CKB Settlement</a:t>
            </a:r>
          </a:p>
          <a:p>
            <a:pPr>
              <a:spcBef>
                <a:spcPts val="800"/>
              </a:spcBef>
              <a:defRPr sz="1300" b="1">
                <a:solidFill>
                  <a:srgbClr val="0EA5E9"/>
                </a:solidFill>
              </a:defRPr>
            </a:pPr>
            <a:r>
              <a:t>Real-Time Exchange Rate</a:t>
            </a:r>
          </a:p>
          <a:p>
            <a:pPr>
              <a:spcBef>
                <a:spcPts val="2000"/>
              </a:spcBef>
              <a:defRPr sz="1300">
                <a:solidFill>
                  <a:srgbClr val="FFFFFF"/>
                </a:solidFill>
              </a:defRPr>
            </a:pPr>
            <a:r>
              <a:t>Calculated dynamically from CoinGecko feeds and locked into the CKB Escrow Smart Contract Cell upon trade creation.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How the Trade Settles on CKB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2423160" cy="3657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1. Escrow Lock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Buyer connects via JoyID passkey and locks CKB equivalent into the Escrow Lock Cell.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57016" y="1463040"/>
            <a:ext cx="2423160" cy="3657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2. Safety Check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Automated recall screening validates toy model against official safety hazard catalogs.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463040"/>
            <a:ext cx="2423160" cy="3657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2C55E"/>
                </a:solidFill>
              </a:defRPr>
            </a:pPr>
            <a:r>
              <a:t>3. QR Handover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Buyer presents 1-time dynamic QR code at local meetup. Seller scans to confirm handover.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42248" y="1463040"/>
            <a:ext cx="2423160" cy="3657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4. Settlement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Dual confirmation releases CKB payment to seller and transfers Spore DOB Passport to buyer.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394960"/>
            <a:ext cx="10362895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Timeout Refund Safeguard: 7-Day automatic lock expiration enables buyers to reclaim CKB funds if trades stall.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Child Safety &amp; Provenance 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32004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2C55E"/>
                </a:solidFill>
              </a:defRPr>
            </a:pPr>
            <a:r>
              <a:t>Safety Recall Checker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Real-time database query against official CPSC and EU Safety Gate hazard lists.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Live warning alerts inform sellers before listing submission.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Prevents hazardous or recalled toys from entering trade channels.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463040"/>
            <a:ext cx="32004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Spore DOB Passport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On-chain digital passport minted directly on Nervos CKB cells.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Tracks multi-owner condition history, photo stamps, and parent reviews.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Backed by underlying CKB storage capacity ('melt' value).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2004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2C55E"/>
                </a:solidFill>
              </a:defRPr>
            </a:pPr>
            <a:r>
              <a:t>Trustless 2-of-2 Escrow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Custom CKB Smart Contract script locks funds until handover.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Supports both local meetups and tracked shipping.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Dual confirmation triggers CKB release and DOB transfer.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ToyTrade Evolutionary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3200400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2C55E"/>
                </a:solidFill>
              </a:defRPr>
            </a:pPr>
            <a:r>
              <a:t>v1: Live Platform (Current)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Core Escrow &amp; Trading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CKB 2-of-2 Escrow Lock scripts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Spore DOB Toy Passports &amp; Timeline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QR Meetup Handover settlement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Automated Safety Recall Screening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3-Price Transparency &amp; JoyID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463040"/>
            <a:ext cx="32004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v2: Fiber Network Channels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Instant Layer 2 Payments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Integrate CKB Fiber L2 payment channels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Ultra-low transaction fees for micro-trades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Sub-second instant payment settlement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High-throughput parent trading pipelines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2004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EA5E9"/>
                </a:solidFill>
              </a:defRPr>
            </a:pPr>
            <a:r>
              <a:t>v3: Bitcoin Cross-Chain</a:t>
            </a:r>
          </a:p>
          <a:p>
            <a:pPr>
              <a:spcBef>
                <a:spcPts val="400"/>
              </a:spcBef>
              <a:defRPr sz="1200" b="1">
                <a:solidFill>
                  <a:srgbClr val="94A3B8"/>
                </a:solidFill>
              </a:defRPr>
            </a:pPr>
            <a:r>
              <a:t>BTC Native Settlement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Leverage CKB RGB++ cross-chain hubs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Settle physical toy trades in native BTC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Global liquidity pools for rare collectibles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Cross-border parent trading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